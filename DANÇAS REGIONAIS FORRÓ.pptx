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15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127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863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553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1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739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36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06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4401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39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293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6AED1-A8B1-4A98-8F1E-22C90662B30C}" type="datetimeFigureOut">
              <a:rPr lang="pt-BR" smtClean="0"/>
              <a:t>28/05/2023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81E83-5CB2-470E-90CB-3642C4EBFF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7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/>
              <a:t>DANÇAS NORDESTINAS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12721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20436"/>
            <a:ext cx="10515600" cy="587432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 smtClean="0"/>
              <a:t>	</a:t>
            </a:r>
          </a:p>
          <a:p>
            <a:pPr marL="0" indent="0" algn="just">
              <a:buNone/>
            </a:pPr>
            <a:endParaRPr lang="pt-BR" sz="2000" dirty="0"/>
          </a:p>
          <a:p>
            <a:pPr marL="0" indent="0" algn="just">
              <a:buNone/>
            </a:pPr>
            <a:endParaRPr lang="pt-BR" sz="2000" dirty="0" smtClean="0"/>
          </a:p>
          <a:p>
            <a:pPr marL="0" indent="0" algn="just">
              <a:buNone/>
            </a:pPr>
            <a:endParaRPr lang="pt-BR" sz="2000" dirty="0"/>
          </a:p>
          <a:p>
            <a:pPr marL="0" indent="0" algn="just">
              <a:buNone/>
            </a:pPr>
            <a:endParaRPr lang="pt-BR" sz="2000" dirty="0" smtClean="0"/>
          </a:p>
          <a:p>
            <a:pPr marL="0" indent="0" algn="just">
              <a:buNone/>
            </a:pPr>
            <a:endParaRPr lang="pt-BR" sz="2000" dirty="0"/>
          </a:p>
          <a:p>
            <a:pPr marL="0" indent="0" algn="just">
              <a:buNone/>
            </a:pPr>
            <a:endParaRPr lang="pt-BR" sz="2000" dirty="0" smtClean="0"/>
          </a:p>
          <a:p>
            <a:pPr marL="0" indent="0" algn="just">
              <a:buNone/>
            </a:pPr>
            <a:r>
              <a:rPr lang="pt-BR" sz="2000" dirty="0"/>
              <a:t>	</a:t>
            </a:r>
            <a:r>
              <a:rPr lang="pt-BR" sz="2400" dirty="0" smtClean="0"/>
              <a:t>O Brasil é formado por uma grande quantidade de etnias, mostrando-se uma mistura das culturas afro-indígena, asiática e europeia. Desse modo, encontramos vários estilos de danças que nasceram dessas culturas que podemos denominá-las de danças populares ou danças típicas brasileiras. Por nosso país ser bastante extenso, muitas danças acabam sendo mais presentes em uma região que a outra. Agora, vamos conhecer uma dança bastante presente na região nordestina, o forró.</a:t>
            </a:r>
          </a:p>
          <a:p>
            <a:pPr marL="0" indent="0" algn="just">
              <a:buNone/>
            </a:pPr>
            <a:r>
              <a:rPr lang="pt-BR" sz="2400" dirty="0" smtClean="0"/>
              <a:t>	</a:t>
            </a:r>
          </a:p>
          <a:p>
            <a:pPr marL="0" indent="0" algn="just">
              <a:buNone/>
            </a:pPr>
            <a:endParaRPr lang="pt-BR" sz="2400" dirty="0"/>
          </a:p>
          <a:p>
            <a:pPr marL="0" indent="0" algn="just">
              <a:buNone/>
            </a:pPr>
            <a:endParaRPr lang="pt-BR" sz="2400" dirty="0" smtClean="0"/>
          </a:p>
          <a:p>
            <a:pPr marL="0" indent="0" algn="just">
              <a:buNone/>
            </a:pPr>
            <a:endParaRPr lang="pt-BR" sz="2400" dirty="0"/>
          </a:p>
        </p:txBody>
      </p:sp>
      <p:pic>
        <p:nvPicPr>
          <p:cNvPr id="1032" name="Picture 8" descr="A inclusão da Raça e Etnia no Registro Civil de Nascimen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648" y="438871"/>
            <a:ext cx="5238750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24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332510"/>
            <a:ext cx="10515600" cy="5844454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O FORRÓ</a:t>
            </a:r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 smtClean="0"/>
              <a:t>	O forró surgiu em meados da década de 130, popularizando-se por volta dos anos 1950  por todo o Brasil através do poeta, cantor e compositor Luiz Gonzaga (1912-1989), que convencionou o formato do trio de forró composto pelos instrumento musicais sanfona, zabumba e triângulo.</a:t>
            </a:r>
            <a:endParaRPr lang="pt-BR" dirty="0"/>
          </a:p>
        </p:txBody>
      </p:sp>
      <p:pic>
        <p:nvPicPr>
          <p:cNvPr id="4" name="Picture 4" descr="Forró: Do Nordeste para o Mundo - Portal Sesc RJ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497" y="853923"/>
            <a:ext cx="4139334" cy="240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02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568036"/>
            <a:ext cx="10515600" cy="560892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dirty="0" smtClean="0"/>
              <a:t>	O forró é um ritmo musical e dança muito popular no Nordeste brasileiro. Possui influência das danças europeias de salão misturado aos ritmos e balanços africanos. A música é geralmente tocada por três pessoas, compostos pelo sanfoneiro, zabumbeiro e um tocador de triângulo. O forró tradicional é conhecido como o forró pé de serra.</a:t>
            </a:r>
          </a:p>
          <a:p>
            <a:pPr marL="0" indent="0" algn="just">
              <a:buNone/>
            </a:pPr>
            <a:r>
              <a:rPr lang="pt-BR" dirty="0" smtClean="0"/>
              <a:t>	Existem muitos ritmos associados ao forró, como por exemplo, o xote, o baião, o xaxado e a marcha de quadrilha.</a:t>
            </a:r>
          </a:p>
          <a:p>
            <a:pPr marL="0" indent="0" algn="just">
              <a:buNone/>
            </a:pPr>
            <a:r>
              <a:rPr lang="pt-BR" dirty="0" smtClean="0"/>
              <a:t>ASSOCIAÇÃO DA QUADRILHAS JUNINAS DE FEIRA DE SANTANA</a:t>
            </a:r>
          </a:p>
          <a:p>
            <a:pPr marL="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A quadrilha, também cha</a:t>
            </a:r>
            <a:r>
              <a:rPr lang="pt-BR" dirty="0" smtClean="0"/>
              <a:t>mada de quadrilha junina, quadrilha caipira ou quadrilha matuta, é um estilo de dança folclórica coletiva muito popular no Brasil. Ela é uma dança coletiva conta com a participação de vários casais vestidos com roupas caipiras. A dança é embalada ao som de músicas instrumentais típicas do interior do Brasil. A quadrilha é dirigida pela narração de uma pessoa (marcador), que faz brincadeiras e conduz os casais em cada momento.   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37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rigem da Festa Junina. - WINO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958" y="3422073"/>
            <a:ext cx="3266496" cy="3266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estival de quadrilhas será realizado no Vybbe Junina a partir desta sexta  (10); veja detalhes - É Hit - Diário do Nordes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63" y="110836"/>
            <a:ext cx="8368146" cy="613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38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928255"/>
            <a:ext cx="10515600" cy="5248708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 smtClean="0"/>
              <a:t>	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 smtClean="0"/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pt-BR" dirty="0" smtClean="0"/>
          </a:p>
          <a:p>
            <a:pPr marL="0" indent="0" algn="just">
              <a:buNone/>
            </a:pPr>
            <a:r>
              <a:rPr lang="pt-BR" dirty="0"/>
              <a:t>	</a:t>
            </a:r>
            <a:r>
              <a:rPr lang="pt-BR" dirty="0" smtClean="0"/>
              <a:t>O forró surgiu no Nordeste e seu principal representante é o Luiz Gonzaga que convencionou o formato do trio do forró. No início, este estilo musical quis contar a vida do homem sertanejo e a alegria do povo do sertão nordestino.</a:t>
            </a:r>
          </a:p>
          <a:p>
            <a:pPr marL="0" indent="0" algn="just">
              <a:buNone/>
            </a:pPr>
            <a:r>
              <a:rPr lang="pt-BR" dirty="0" smtClean="0"/>
              <a:t>	Na década de 90, foram criados dois tipos de forró, além do tradicional arrasta-pé, o forró eletrônico e o universitário.</a:t>
            </a:r>
            <a:endParaRPr lang="pt-BR" dirty="0"/>
          </a:p>
        </p:txBody>
      </p:sp>
      <p:pic>
        <p:nvPicPr>
          <p:cNvPr id="4098" name="Picture 2" descr="Luiz Gonzaga - Rei do Baião - Bonifác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848" y="345014"/>
            <a:ext cx="4430280" cy="293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47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77091"/>
            <a:ext cx="10515600" cy="634538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dirty="0" smtClean="0"/>
              <a:t>RODA DE SAMBA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 smtClean="0"/>
              <a:t>	</a:t>
            </a:r>
          </a:p>
          <a:p>
            <a:pPr marL="0" indent="0" algn="just">
              <a:buNone/>
            </a:pPr>
            <a:r>
              <a:rPr lang="pt-BR" dirty="0" smtClean="0"/>
              <a:t>	O </a:t>
            </a:r>
            <a:r>
              <a:rPr lang="pt-BR" dirty="0"/>
              <a:t>samba de roda é um estilo musical popular brasileiro. Trata-se de uma variante do samba com raízes africanas, e que reúne diversas músicas, poesias e danças</a:t>
            </a:r>
            <a:r>
              <a:rPr lang="pt-BR" dirty="0" smtClean="0"/>
              <a:t>.</a:t>
            </a:r>
          </a:p>
          <a:p>
            <a:pPr marL="0" indent="0" algn="just">
              <a:buNone/>
            </a:pPr>
            <a:r>
              <a:rPr lang="pt-BR" dirty="0" smtClean="0"/>
              <a:t>	O </a:t>
            </a:r>
            <a:r>
              <a:rPr lang="pt-BR" dirty="0"/>
              <a:t>samba de roda é um estilo musical popular brasileiro. Trata-se de uma variante do samba com raízes africanas, e que reúne diversas músicas, poesias e danças</a:t>
            </a:r>
            <a:r>
              <a:rPr lang="pt-BR" dirty="0" smtClean="0"/>
              <a:t>.</a:t>
            </a:r>
          </a:p>
          <a:p>
            <a:pPr marL="0" indent="0" algn="just">
              <a:buNone/>
            </a:pPr>
            <a:r>
              <a:rPr lang="pt-BR" dirty="0" smtClean="0"/>
              <a:t>	O </a:t>
            </a:r>
            <a:r>
              <a:rPr lang="pt-BR" dirty="0"/>
              <a:t>samba de roda é composto por um grupo de músicos que tocam diversos instrumentos. Destacam-se a </a:t>
            </a:r>
            <a:r>
              <a:rPr lang="pt-BR" b="1" dirty="0"/>
              <a:t>viola</a:t>
            </a:r>
            <a:r>
              <a:rPr lang="pt-BR" dirty="0"/>
              <a:t>, o </a:t>
            </a:r>
            <a:r>
              <a:rPr lang="pt-BR" b="1" dirty="0"/>
              <a:t>pandeiro</a:t>
            </a:r>
            <a:r>
              <a:rPr lang="pt-BR" dirty="0"/>
              <a:t>, o </a:t>
            </a:r>
            <a:r>
              <a:rPr lang="pt-BR" b="1" dirty="0"/>
              <a:t>chocalho</a:t>
            </a:r>
            <a:r>
              <a:rPr lang="pt-BR" dirty="0"/>
              <a:t>, o </a:t>
            </a:r>
            <a:r>
              <a:rPr lang="pt-BR" b="1" dirty="0"/>
              <a:t>atabaque</a:t>
            </a:r>
            <a:r>
              <a:rPr lang="pt-BR" dirty="0"/>
              <a:t>, o </a:t>
            </a:r>
            <a:r>
              <a:rPr lang="pt-BR" b="1" dirty="0"/>
              <a:t>ganzá</a:t>
            </a:r>
            <a:r>
              <a:rPr lang="pt-BR" dirty="0"/>
              <a:t>, a </a:t>
            </a:r>
            <a:r>
              <a:rPr lang="pt-BR" b="1" dirty="0"/>
              <a:t>viola</a:t>
            </a:r>
            <a:r>
              <a:rPr lang="pt-BR" dirty="0"/>
              <a:t>, o </a:t>
            </a:r>
            <a:r>
              <a:rPr lang="pt-BR" b="1" dirty="0"/>
              <a:t>reco-reco</a:t>
            </a:r>
            <a:r>
              <a:rPr lang="pt-BR" dirty="0"/>
              <a:t>, o </a:t>
            </a:r>
            <a:r>
              <a:rPr lang="pt-BR" b="1" dirty="0"/>
              <a:t>agogô</a:t>
            </a:r>
            <a:r>
              <a:rPr lang="pt-BR" dirty="0"/>
              <a:t> e o </a:t>
            </a:r>
            <a:r>
              <a:rPr lang="pt-BR" b="1" dirty="0"/>
              <a:t>berimbau</a:t>
            </a:r>
            <a:r>
              <a:rPr lang="pt-BR" dirty="0"/>
              <a:t>.</a:t>
            </a:r>
          </a:p>
          <a:p>
            <a:pPr marL="0" indent="0" algn="just">
              <a:buNone/>
            </a:pPr>
            <a:endParaRPr lang="pt-BR" dirty="0"/>
          </a:p>
        </p:txBody>
      </p:sp>
      <p:pic>
        <p:nvPicPr>
          <p:cNvPr id="5122" name="Picture 2" descr="Rodas de samba para conhecer em São Paulo - Eu Por Aí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666" y="584733"/>
            <a:ext cx="4873625" cy="272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58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 descr="instrumentos do samba de ro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73" y="244938"/>
            <a:ext cx="10903527" cy="661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9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8927" y="3034146"/>
            <a:ext cx="10515600" cy="3696998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 smtClean="0"/>
              <a:t>	As pessoas que estão presentes assistindo à apresentação,  acompanham a música batendo palmas.</a:t>
            </a:r>
          </a:p>
          <a:p>
            <a:pPr marL="0" indent="0" algn="just">
              <a:buNone/>
            </a:pPr>
            <a:r>
              <a:rPr lang="pt-BR" dirty="0" smtClean="0"/>
              <a:t>	Esse </a:t>
            </a:r>
            <a:r>
              <a:rPr lang="pt-BR" dirty="0"/>
              <a:t>estilo recebe tal nome, pois os músicos formam uma roda e uma pessoa de cada vez dança dentro dela. Assim, todos são convidados a dançar e cantar.</a:t>
            </a:r>
          </a:p>
          <a:p>
            <a:pPr marL="0" indent="0" algn="just">
              <a:buNone/>
            </a:pPr>
            <a:r>
              <a:rPr lang="pt-BR" dirty="0" smtClean="0"/>
              <a:t>	Uma </a:t>
            </a:r>
            <a:r>
              <a:rPr lang="pt-BR" dirty="0"/>
              <a:t>das principais características do samba de roda é que, normalmente, são as mulheres que dançam na roda enquanto os homens batem palmas, cantam e tocam os instrumentos.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7170" name="Picture 2" descr="dança samba de ro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209838"/>
            <a:ext cx="5164570" cy="2705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58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07473" y="4142510"/>
            <a:ext cx="10515600" cy="2505508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/>
              <a:t>SAMBA DE RODA: QUIXABEIRA DA MATINHA</a:t>
            </a:r>
            <a:endParaRPr lang="pt-BR" dirty="0"/>
          </a:p>
          <a:p>
            <a:pPr marL="0" indent="0" algn="just">
              <a:buNone/>
            </a:pPr>
            <a:r>
              <a:rPr lang="pt-BR" dirty="0" smtClean="0"/>
              <a:t>	A banda quixabeira da matinha é uma banda cultural de samba de roda; formada por trabalhadores rurais em uma comunidade remanescente de quilombola em Feira de Santana, Bahia; que vem cultivando a cultura do samba de roda fundada em 189 por </a:t>
            </a:r>
            <a:r>
              <a:rPr lang="pt-BR" dirty="0" err="1" smtClean="0"/>
              <a:t>Coleirinho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8194" name="Picture 2" descr="Quixabeira da Matinha - Palco MP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981" y="204643"/>
            <a:ext cx="5527963" cy="368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06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800" b="1" dirty="0" smtClean="0"/>
              <a:t>AGORA VAMOS PARA PRATICA!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987882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19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DANÇAS NORDESTINAS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DANÇAS NORDESTINAS</dc:title>
  <dc:creator>User</dc:creator>
  <cp:lastModifiedBy>User</cp:lastModifiedBy>
  <cp:revision>9</cp:revision>
  <dcterms:created xsi:type="dcterms:W3CDTF">2023-05-28T21:11:51Z</dcterms:created>
  <dcterms:modified xsi:type="dcterms:W3CDTF">2023-05-28T22:30:23Z</dcterms:modified>
</cp:coreProperties>
</file>